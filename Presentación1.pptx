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7E052-2B6D-415C-A34D-AA575FFF8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95290F-E6F2-4641-B328-6F4BECE67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C859EF-7596-489E-B66F-091841784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295D8A-5042-4970-87CF-1A320B898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9E32A6-6B85-4B5D-B1AF-EA73D942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8760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0531E-A144-4314-96EB-6F5ECDCF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303219-98D1-474C-88C5-332769E5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FDAAAC-0048-4ABF-BD84-7AAA8F868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6A16C8-456B-4A9C-82B5-86562FAF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C6640E-0685-4CDB-8F00-3A052618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119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4DAB3-6D1E-4279-BF98-B8F19DE3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7AD597-2488-450C-BF72-459944D8F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977A8D-85C6-4974-B532-4DDAA04A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43F912-660C-4395-AFFF-72E8BF45B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6F5E6D-EA2D-410E-9569-8825513D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573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62523-BE89-4E47-8884-B985F742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FDF996-7377-4C24-B6B8-D321437E0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597BF7-0F9D-4562-A266-647112AAE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AC93FA-4FFA-4BEE-B64D-7F4CD109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3405E9-2C2A-4F68-95D3-666DFC41C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FC601B-3D2A-4953-BCB4-4E466EC1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2216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5E4C8-8532-4704-B70D-6736F74E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0D0F7E-5678-47B5-BC01-355AD75F4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64BF35-609A-4902-9205-9FB5EA000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5BFF12-85B0-4683-801C-64EFA3872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34B6E-12E4-4785-8C87-879F89FDD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0B10A6-2EA4-4DEE-A4B1-7137C645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EBBF2B-5B4F-4070-B763-6A46A89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18D626-1AE9-4099-BF04-C56BD44B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2285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169C1-D277-409B-B35B-A70526755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3279FD-C6DD-4093-9E51-05632C757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EBDF72-B4B4-46C2-B967-4834904C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1A5BE11-DFD2-4121-9D7F-32A6BA3E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6053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6E201F-2C74-41FA-810C-A11F6A72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5603DBB-CD9F-41B4-B10D-CFDFB3E5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1CFDD6-1F27-487C-A8FB-82AC2D82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573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16C6E-4380-438D-9E1C-B2227BED4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927D88-5A9D-46ED-8670-6660F1EDE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B7E9C32-9C61-42F7-B344-0E8510F80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EF65DD-5451-402D-B2E8-85661267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A6FBDF-2BA2-4ECB-86C4-3E293717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6C83EC-44FE-475E-9A58-6914B37D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900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69C2AE-E389-4022-B4CF-D362E9D1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9C25AD1-CB22-44E5-AE4F-837378BD5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20F1785-AC11-4696-8A84-71B1FF40A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DE291F-1C6F-40FC-BF3E-D6CBDEF0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EC434B-427C-4477-8D61-41B19563C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3C5F19-2166-4E48-8AF0-6CA457BF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528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70BD9-FDC6-4457-BD02-1427FD805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1C0062-3AF1-4673-A881-7548435DE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11A886-E30E-4919-9628-2FFD84E2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74B6E9-6603-49CA-A7E7-DF5B800D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36E624-507B-4E84-AB69-4C84953E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425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D11633-1F99-4250-8AE6-3A6532FE0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707F06-CEE4-48EB-A8CC-1A7742D2E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C9D4CE-4811-4A61-A482-518E51A9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9D1C1-EC04-4AD2-8C58-6D2B8828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BD0FFC-C514-49C3-AF9D-DFA0D4D8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96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9E3B04-23AF-4B1E-8543-2349C3152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4C5657-90B5-4297-8C9C-32FE87164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99AD16-A190-42B9-87C6-A084E398E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4B0FD-63F9-47FD-9EB0-D834BBEFD19B}" type="datetimeFigureOut">
              <a:rPr lang="es-MX" smtClean="0"/>
              <a:t>13/04/2026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701C9C-2E74-4096-9972-E88E5B1DC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F8973A-ECBA-4CB0-8F9F-1AABD0BB4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02BD1-4B9A-4ACE-AE58-FDE6AF4CC82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726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greso a la Luna: la misión Artemis II de la NASA ya tiene tripulación ...">
            <a:extLst>
              <a:ext uri="{FF2B5EF4-FFF2-40B4-BE49-F238E27FC236}">
                <a16:creationId xmlns:a16="http://schemas.microsoft.com/office/drawing/2014/main" id="{531DD28B-2408-4BB7-9F4B-35E44C4BB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792" y="546123"/>
            <a:ext cx="3238151" cy="2185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73882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Estudiante</dc:creator>
  <cp:lastModifiedBy>Estudiante</cp:lastModifiedBy>
  <cp:revision>1</cp:revision>
  <dcterms:created xsi:type="dcterms:W3CDTF">2026-04-13T20:06:15Z</dcterms:created>
  <dcterms:modified xsi:type="dcterms:W3CDTF">2026-04-13T20:07:40Z</dcterms:modified>
</cp:coreProperties>
</file>